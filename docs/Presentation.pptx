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463" y="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D2E47-19B3-580A-58F8-21DE852C03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FA4E23-6A8A-4411-6AD6-D9EA8D4DDE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574E3-4EFE-0764-B3B7-ACF219CAB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4C4B0-CEA8-4053-9574-5C6BCC735844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0F6A9-7677-8FA1-1DDC-DC02FEABA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2FBA8C-373D-098B-4A4F-54B0C1CBB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4B3E9-69FC-453C-9855-CA5673E2D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799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BD2B6-04D9-E23B-24D4-99FE2D0E9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94C57-F24F-0AEF-F73A-EDA65E99C6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359607-BAB8-FD06-4268-A5C4D664B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4C4B0-CEA8-4053-9574-5C6BCC735844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58002-5265-C27E-DD92-FA6BE24B0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3B0423-4146-F232-E7A9-5E97CA0E4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4B3E9-69FC-453C-9855-CA5673E2D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715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C2A47-50BC-50DE-937F-D7F31EF50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B17A30-C439-CE28-6C08-8272D465D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471FC5-362E-FDB0-980C-FFF5AE06C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4C4B0-CEA8-4053-9574-5C6BCC735844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0291E1-509A-6988-5E95-AB803C4D2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3B1A3-85DB-DD42-4161-E98DC2B81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4B3E9-69FC-453C-9855-CA5673E2D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545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3E898-C823-4E2F-D4C3-D9370C441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A1614-1162-EFBF-5003-EF24A00A6E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2AA062-DEBE-A739-33C5-74386ED5D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0B071F-AEA2-73FB-4476-55A81244C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4C4B0-CEA8-4053-9574-5C6BCC735844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85582C-B267-5F1B-9614-969E41277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5BE743-26CE-4808-D497-F99DDE774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4B3E9-69FC-453C-9855-CA5673E2D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488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ABA4D-15A6-286D-BAB5-8DEC346D2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29CB95-6865-19B1-5930-709129747D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4BC894-3CED-B4C5-8974-EA0C8239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4070AA-4ABB-964D-9919-C1E29F9724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AB8B39-AC87-CAF8-4491-598B343F28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6BD75D-4BBF-6CDC-4754-15AB64DD3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4C4B0-CEA8-4053-9574-5C6BCC735844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932C13-2328-831D-8B88-D525094AD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4EC401-B33B-EA4F-FA50-67ABC2BA4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4B3E9-69FC-453C-9855-CA5673E2D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78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9F727-8861-0F16-1F4F-A8B5C48C3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61B947-169E-63F6-2743-9F607D873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4C4B0-CEA8-4053-9574-5C6BCC735844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1D3744-7C9E-DB59-8B15-CFAE3FBAA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C26B08-DBC2-FED9-3D21-D5059BA10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4B3E9-69FC-453C-9855-CA5673E2D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419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5B2107-2219-2239-C095-5CDF850A3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4C4B0-CEA8-4053-9574-5C6BCC735844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0A1C21-E207-D1D6-0333-06F7A7346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C2717C-3C0E-CBFC-D8A0-4E7DF398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4B3E9-69FC-453C-9855-CA5673E2D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77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F65BE-77DC-7C85-6B18-916F60E6D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D55D0-81E8-ECBF-CB1A-F78A6E67C1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43C937-3524-DBC1-21CC-9CFF744C45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8F6DE9-C5C2-4EDC-941A-79CADE965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4C4B0-CEA8-4053-9574-5C6BCC735844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C3EB5-6A6A-039C-A91A-B0455E566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873EEB-9657-FD09-8711-2C65DC424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4B3E9-69FC-453C-9855-CA5673E2D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357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6ABB3-7632-FB95-9DDC-19C54E5A7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8F5F9F-A73C-C127-A406-43BCD78BED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70C202-0BBE-3BCD-1727-E7D4FD3B77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05D62F-DB39-D4BB-9C16-F85AD3CEE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4C4B0-CEA8-4053-9574-5C6BCC735844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4B7393-BE4C-897B-FEE2-8287BBF54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E7A2F-EB7A-E3B6-6931-38EF7938C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4B3E9-69FC-453C-9855-CA5673E2D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038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BF2B8-7CB4-4809-01A0-4023A0D65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7201A0-773A-9CE2-7BCD-3E4755F817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C0AB0-9088-7B6D-8E3A-86DF6C3CF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4C4B0-CEA8-4053-9574-5C6BCC735844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4CDBF-8A82-DE6F-FA47-DBEE3AE6A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01FD83-0202-845F-DE05-23F71EA10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4B3E9-69FC-453C-9855-CA5673E2D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541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27FE3A-818E-6535-63C3-58795AB68E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ADCB32-4087-9CEC-6778-DC3AC0C51E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370155-F8A6-5D8F-2213-9D8737398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4C4B0-CEA8-4053-9574-5C6BCC735844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76F1FC-B162-E018-6150-02955390C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4F637-5547-7DFA-3257-91C3BC80F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4B3E9-69FC-453C-9855-CA5673E2D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670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04A6DB-70B1-3B93-0A77-6A2C7BB15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532195-9ABC-8451-42A0-DF310DD82B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39128B-05DD-D051-C95A-5FA43B6259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C4C4B0-CEA8-4053-9574-5C6BCC735844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4CA274-9CCA-4FE2-28A3-DF10EFA6D4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593FD-074C-7134-4D91-91212C32D5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B4B3E9-69FC-453C-9855-CA5673E2D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948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7B7B655-EE20-0BC7-3C82-DAB447A80906}"/>
              </a:ext>
            </a:extLst>
          </p:cNvPr>
          <p:cNvSpPr/>
          <p:nvPr/>
        </p:nvSpPr>
        <p:spPr>
          <a:xfrm>
            <a:off x="3810000" y="1247887"/>
            <a:ext cx="4572000" cy="4362226"/>
          </a:xfrm>
          <a:prstGeom prst="round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13B40AD-A392-EB2A-97D8-F9F1E7814078}"/>
              </a:ext>
            </a:extLst>
          </p:cNvPr>
          <p:cNvSpPr/>
          <p:nvPr/>
        </p:nvSpPr>
        <p:spPr>
          <a:xfrm>
            <a:off x="4148866" y="1600200"/>
            <a:ext cx="1715845" cy="36576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A6A3F6F-C44D-E1DC-310E-2F302DE4974E}"/>
              </a:ext>
            </a:extLst>
          </p:cNvPr>
          <p:cNvSpPr/>
          <p:nvPr/>
        </p:nvSpPr>
        <p:spPr>
          <a:xfrm>
            <a:off x="6327291" y="1600200"/>
            <a:ext cx="1715845" cy="36576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ECC094-50C4-8349-0566-9207392D47F9}"/>
              </a:ext>
            </a:extLst>
          </p:cNvPr>
          <p:cNvSpPr txBox="1"/>
          <p:nvPr/>
        </p:nvSpPr>
        <p:spPr>
          <a:xfrm>
            <a:off x="4311798" y="1738263"/>
            <a:ext cx="13899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Azure DevOps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417E67-2914-AF7F-0AC5-4A40A2433C60}"/>
              </a:ext>
            </a:extLst>
          </p:cNvPr>
          <p:cNvSpPr txBox="1"/>
          <p:nvPr/>
        </p:nvSpPr>
        <p:spPr>
          <a:xfrm>
            <a:off x="5666142" y="863308"/>
            <a:ext cx="1164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REPO’s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056908-91E5-B341-C35E-CA5A3D12DEFC}"/>
              </a:ext>
            </a:extLst>
          </p:cNvPr>
          <p:cNvSpPr txBox="1"/>
          <p:nvPr/>
        </p:nvSpPr>
        <p:spPr>
          <a:xfrm>
            <a:off x="6466464" y="1738262"/>
            <a:ext cx="13899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GitHub</a:t>
            </a:r>
          </a:p>
          <a:p>
            <a:pPr algn="ctr"/>
            <a:r>
              <a:rPr lang="en-US" dirty="0"/>
              <a:t>Action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E9B36E3-233A-FD25-36E0-E1A062049A19}"/>
              </a:ext>
            </a:extLst>
          </p:cNvPr>
          <p:cNvSpPr/>
          <p:nvPr/>
        </p:nvSpPr>
        <p:spPr>
          <a:xfrm>
            <a:off x="1106245" y="1600199"/>
            <a:ext cx="1715845" cy="4572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Engineer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737F8FC-7A12-8DB7-DDF9-68DAD77D60B4}"/>
              </a:ext>
            </a:extLst>
          </p:cNvPr>
          <p:cNvSpPr/>
          <p:nvPr/>
        </p:nvSpPr>
        <p:spPr>
          <a:xfrm>
            <a:off x="1122380" y="3065033"/>
            <a:ext cx="1715845" cy="4572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DevOps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FBD58CE-935A-06E8-94F5-AC5EDC11F77B}"/>
              </a:ext>
            </a:extLst>
          </p:cNvPr>
          <p:cNvSpPr/>
          <p:nvPr/>
        </p:nvSpPr>
        <p:spPr>
          <a:xfrm>
            <a:off x="8901955" y="1600199"/>
            <a:ext cx="1715845" cy="4572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Scientist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840C1F5-62E6-A93A-D723-6B8827B38382}"/>
              </a:ext>
            </a:extLst>
          </p:cNvPr>
          <p:cNvSpPr/>
          <p:nvPr/>
        </p:nvSpPr>
        <p:spPr>
          <a:xfrm>
            <a:off x="8901954" y="2786678"/>
            <a:ext cx="1715845" cy="4572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ML </a:t>
            </a:r>
            <a:r>
              <a:rPr lang="en-US" dirty="0" err="1">
                <a:solidFill>
                  <a:schemeClr val="tx1"/>
                </a:solidFill>
              </a:rPr>
              <a:t>Enginieer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749CE4F-2C26-7862-0094-56F6A77A9488}"/>
              </a:ext>
            </a:extLst>
          </p:cNvPr>
          <p:cNvSpPr/>
          <p:nvPr/>
        </p:nvSpPr>
        <p:spPr>
          <a:xfrm>
            <a:off x="8901953" y="3973157"/>
            <a:ext cx="1715845" cy="4572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MLOps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BC9B607-13CF-5E80-ABCC-F72F8275AFFF}"/>
              </a:ext>
            </a:extLst>
          </p:cNvPr>
          <p:cNvSpPr/>
          <p:nvPr/>
        </p:nvSpPr>
        <p:spPr>
          <a:xfrm>
            <a:off x="8901953" y="5159636"/>
            <a:ext cx="1715845" cy="4572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Analyst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7808A2-F93F-B051-8A21-E974589EE122}"/>
              </a:ext>
            </a:extLst>
          </p:cNvPr>
          <p:cNvSpPr txBox="1"/>
          <p:nvPr/>
        </p:nvSpPr>
        <p:spPr>
          <a:xfrm>
            <a:off x="1122380" y="2282395"/>
            <a:ext cx="2470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ETL [python]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Pipelines [ADF]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77CF85-E1A0-974D-0455-F37942090B89}"/>
              </a:ext>
            </a:extLst>
          </p:cNvPr>
          <p:cNvSpPr txBox="1"/>
          <p:nvPr/>
        </p:nvSpPr>
        <p:spPr>
          <a:xfrm>
            <a:off x="1122380" y="3658540"/>
            <a:ext cx="27665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Build Azure Resources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CICD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D4743D3-600B-70B4-1519-6D3DC5A58491}"/>
              </a:ext>
            </a:extLst>
          </p:cNvPr>
          <p:cNvSpPr txBox="1"/>
          <p:nvPr/>
        </p:nvSpPr>
        <p:spPr>
          <a:xfrm>
            <a:off x="8844580" y="2098873"/>
            <a:ext cx="2470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Wrangler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Featue</a:t>
            </a:r>
            <a:r>
              <a:rPr lang="en-US"/>
              <a:t> Engineering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698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different types of graphs&#10;&#10;AI-generated content may be incorrect.">
            <a:extLst>
              <a:ext uri="{FF2B5EF4-FFF2-40B4-BE49-F238E27FC236}">
                <a16:creationId xmlns:a16="http://schemas.microsoft.com/office/drawing/2014/main" id="{444E3E83-86DB-3425-69A4-878E5E621A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550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A42CC84-C4F1-CF45-8285-53B5DD808AC2}"/>
              </a:ext>
            </a:extLst>
          </p:cNvPr>
          <p:cNvGrpSpPr/>
          <p:nvPr/>
        </p:nvGrpSpPr>
        <p:grpSpPr>
          <a:xfrm>
            <a:off x="380103" y="318254"/>
            <a:ext cx="3791474" cy="2317370"/>
            <a:chOff x="380103" y="318254"/>
            <a:chExt cx="3791474" cy="2317370"/>
          </a:xfrm>
        </p:grpSpPr>
        <p:pic>
          <p:nvPicPr>
            <p:cNvPr id="1026" name="Picture 2" descr="Random Forest Regression - The Definitive Guide | Intel® Tiber™ AI Studio">
              <a:extLst>
                <a:ext uri="{FF2B5EF4-FFF2-40B4-BE49-F238E27FC236}">
                  <a16:creationId xmlns:a16="http://schemas.microsoft.com/office/drawing/2014/main" id="{0B06C1E1-0DD1-9F64-7CDE-0809AD015B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0103" y="502920"/>
              <a:ext cx="3791474" cy="21327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D2A36AE-1D17-7217-3BAC-CDCD1F5B6DC8}"/>
                </a:ext>
              </a:extLst>
            </p:cNvPr>
            <p:cNvSpPr txBox="1"/>
            <p:nvPr/>
          </p:nvSpPr>
          <p:spPr>
            <a:xfrm>
              <a:off x="902895" y="318254"/>
              <a:ext cx="27458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RandomForestRegressor</a:t>
              </a:r>
              <a:endParaRPr lang="en-US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3EF534B7-8ACF-1CCE-D3BB-884945EEAECC}"/>
              </a:ext>
            </a:extLst>
          </p:cNvPr>
          <p:cNvGrpSpPr>
            <a:grpSpLocks noChangeAspect="1"/>
          </p:cNvGrpSpPr>
          <p:nvPr/>
        </p:nvGrpSpPr>
        <p:grpSpPr>
          <a:xfrm>
            <a:off x="380103" y="2820290"/>
            <a:ext cx="3794760" cy="1976215"/>
            <a:chOff x="3485211" y="1954319"/>
            <a:chExt cx="5351859" cy="2787113"/>
          </a:xfrm>
        </p:grpSpPr>
        <p:pic>
          <p:nvPicPr>
            <p:cNvPr id="1028" name="Picture 4" descr="Schematic diagram of XGBRegressor structure. | Download Scientific Diagram">
              <a:extLst>
                <a:ext uri="{FF2B5EF4-FFF2-40B4-BE49-F238E27FC236}">
                  <a16:creationId xmlns:a16="http://schemas.microsoft.com/office/drawing/2014/main" id="{18E4617D-CB01-3933-9859-ACB9D221CF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85211" y="2323651"/>
              <a:ext cx="5351859" cy="24177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C3E8EBD-A858-CAC5-976C-748C0FF2144F}"/>
                </a:ext>
              </a:extLst>
            </p:cNvPr>
            <p:cNvSpPr txBox="1"/>
            <p:nvPr/>
          </p:nvSpPr>
          <p:spPr>
            <a:xfrm>
              <a:off x="4788195" y="1954319"/>
              <a:ext cx="27458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/>
                <a:t>XGBRegressor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583500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667</TotalTime>
  <Words>33</Words>
  <Application>Microsoft Office PowerPoint</Application>
  <PresentationFormat>Widescreen</PresentationFormat>
  <Paragraphs>18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Fernando Cornielle</dc:creator>
  <cp:lastModifiedBy>Fernando Cornielle</cp:lastModifiedBy>
  <cp:revision>5</cp:revision>
  <dcterms:created xsi:type="dcterms:W3CDTF">2025-05-06T15:32:11Z</dcterms:created>
  <dcterms:modified xsi:type="dcterms:W3CDTF">2025-05-09T03:03:18Z</dcterms:modified>
</cp:coreProperties>
</file>